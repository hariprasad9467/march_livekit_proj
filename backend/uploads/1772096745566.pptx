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1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DE5DF4-5349-4BAE-B4B5-FBF60406C9AC}" v="108" dt="2026-02-26T08:22:57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1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89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55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47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51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7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52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6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00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98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509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793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3364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861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106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03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8AF73-420E-428D-BADC-4047CA1A61A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C649B8E-04EC-43E1-821F-17439B9D1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29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BAE922-6C39-4F74-DABC-4717F95B3923}"/>
              </a:ext>
            </a:extLst>
          </p:cNvPr>
          <p:cNvSpPr txBox="1"/>
          <p:nvPr/>
        </p:nvSpPr>
        <p:spPr>
          <a:xfrm>
            <a:off x="2477729" y="2369574"/>
            <a:ext cx="6383595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Why I Choose ZeAIsoft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Manojkumar R — Tech Trainee | HRM Project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01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84E910-3667-E73C-C39B-9E505061A7FE}"/>
              </a:ext>
            </a:extLst>
          </p:cNvPr>
          <p:cNvSpPr txBox="1"/>
          <p:nvPr/>
        </p:nvSpPr>
        <p:spPr>
          <a:xfrm>
            <a:off x="1664588" y="1504334"/>
            <a:ext cx="2927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Personal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964599-64FB-3F7B-5276-2671F50CF8B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166420" y="6569613"/>
            <a:ext cx="43320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98F1A1-9F09-A554-FAFB-742FEED32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477" y="2035052"/>
            <a:ext cx="9851923" cy="2485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Joined as AI Intern — Dec 2024 (6-month internship)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Assigned to HRM project — Aug 2025 (after internship)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Onboarded  as Tech Trainee — 15 Oct 2025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 Rising Star at 1-year anniversary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Current: Full-Stack Developer on HRM project (Flutter front, Node backend, MongoDB)</a:t>
            </a:r>
          </a:p>
        </p:txBody>
      </p:sp>
    </p:spTree>
    <p:extLst>
      <p:ext uri="{BB962C8B-B14F-4D97-AF65-F5344CB8AC3E}">
        <p14:creationId xmlns:p14="http://schemas.microsoft.com/office/powerpoint/2010/main" val="315703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523FA1-DBF5-9E9B-822B-C5D7C6A72D7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11500" y="3028212"/>
            <a:ext cx="5998752" cy="34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02983-311C-542D-1342-0626AB6956FB}"/>
              </a:ext>
            </a:extLst>
          </p:cNvPr>
          <p:cNvSpPr txBox="1"/>
          <p:nvPr/>
        </p:nvSpPr>
        <p:spPr>
          <a:xfrm>
            <a:off x="1524000" y="14371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Learned &amp; Prior Certifications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DA3B0B-3BE2-578A-47C7-A474838D4FB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09138" y="1950375"/>
            <a:ext cx="9704437" cy="347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Internship: HTML, CSS, Python, NumPy/Feature Engineering -Pandas, ML Algorithm &amp; basics, statistics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Assigned to HRM project — Aug 2025; learned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Flutter/Dart framework, Node.js, MongoDB database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ZeAI: 6-month certification in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Query Language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Manual &amp; Selenium –Java Automation Testing — full-stack readiness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Learning &amp; AI Adoption: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Actively exploring modern AI tools (e.g., Claude 4, Kimi K2) and emerging technologies to improve productivity and contribute more effectively to the company.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Antigravity (AI IDE)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50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497952-CCCB-386A-941C-D607E7A825D5}"/>
              </a:ext>
            </a:extLst>
          </p:cNvPr>
          <p:cNvSpPr txBox="1"/>
          <p:nvPr/>
        </p:nvSpPr>
        <p:spPr>
          <a:xfrm>
            <a:off x="1848463" y="531937"/>
            <a:ext cx="4581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&amp; Tech Snapshot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23F1B1-464B-51D6-9496-093B754887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98955" y="1038921"/>
            <a:ext cx="8603225" cy="500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ZeAI HRM 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platform designed to streamline HR operations, improve workforce visibility, and enhance internal communication within the organization.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— Flutter / Dart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Provider (state management), Shared Preferences (local persistence) ,Custom widgets, timers, audio alerts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— Node.js / Express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REST APIs, authentication/session handling ,Business logic &amp; frontend integration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— MongoDB (Compass for development)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Collections: users, attendance, logs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MongoDB Compass used for local development, testing &amp; query inspection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Control — Git (GitHub)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Branching workflow, Pull requests &amp; code reviews, I triggers on merge to main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21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C1CC7-CC16-0770-CDC6-BE497679287F}"/>
              </a:ext>
            </a:extLst>
          </p:cNvPr>
          <p:cNvSpPr txBox="1"/>
          <p:nvPr/>
        </p:nvSpPr>
        <p:spPr>
          <a:xfrm>
            <a:off x="1907458" y="13337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&amp; Live Infrastructure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56024-0F67-1368-53D9-515AA730FBBD}"/>
              </a:ext>
            </a:extLst>
          </p:cNvPr>
          <p:cNvSpPr txBox="1"/>
          <p:nvPr/>
        </p:nvSpPr>
        <p:spPr>
          <a:xfrm>
            <a:off x="3283974" y="1970026"/>
            <a:ext cx="6096000" cy="336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local testing (localhost):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(Flutter Web)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Deployed on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Netlify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(Node.js API)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Deployed on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Migrated from MongoDB Compass (local) to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 Atlas (Cloud)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setup includes: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Auto-deploy on push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cloud database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&amp; backup support</a:t>
            </a:r>
          </a:p>
        </p:txBody>
      </p:sp>
    </p:spTree>
    <p:extLst>
      <p:ext uri="{BB962C8B-B14F-4D97-AF65-F5344CB8AC3E}">
        <p14:creationId xmlns:p14="http://schemas.microsoft.com/office/powerpoint/2010/main" val="349557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E179B-801F-D2C5-9485-11D868DE9AC5}"/>
              </a:ext>
            </a:extLst>
          </p:cNvPr>
          <p:cNvSpPr txBox="1"/>
          <p:nvPr/>
        </p:nvSpPr>
        <p:spPr>
          <a:xfrm>
            <a:off x="1531373" y="95191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Contributions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D4D7F-7D38-AB44-21AA-09F1C0DC5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56389" y="1620610"/>
            <a:ext cx="8888360" cy="406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key modules: Leave Management (dynamic leave cards), To-Do Planner, Mail, Employee List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Offer Letter generator (bulk Gmail send) and Experience Certificate module</a:t>
            </a:r>
            <a:r>
              <a:rPr lang="en-US" altLang="en-US" sz="1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 Campus with student details page.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eaLnBrk="0" fontAlgn="base" hangingPunct="0">
              <a:lnSpc>
                <a:spcPct val="2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Delivered deployme</a:t>
            </a:r>
            <a:r>
              <a:rPr lang="en-US" altLang="en-US" sz="1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t-ready code, added audio alerts and detailed debug logging; supported live rollout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core attendance &amp; brake systems  — improved UX &amp; stability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persistent login/session handling; fixed browser autofill issues</a:t>
            </a:r>
            <a:br>
              <a:rPr lang="en-US" altLang="en-US" sz="1800" cap="none" dirty="0"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48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018F-330B-2EC3-1FD0-CA1462AC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108" y="1282741"/>
            <a:ext cx="5757247" cy="479323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 &amp; Value Delivered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8B0B5C-4CA8-1414-F755-485A1AA1B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 rot="10800000">
            <a:off x="2649934" y="2442049"/>
            <a:ext cx="13904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2091AE4-30B5-556C-AE98-6282D1C1B9D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66220" y="1828952"/>
            <a:ext cx="9085006" cy="1993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bug resolution &amp; improved system stability — lower user friction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feature ownership → quicker releases and stronger client demos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(offer letters, certificates) reduced manual HR workload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Already productive in full-stack environment — minimal ramp-up time</a:t>
            </a:r>
          </a:p>
        </p:txBody>
      </p:sp>
    </p:spTree>
    <p:extLst>
      <p:ext uri="{BB962C8B-B14F-4D97-AF65-F5344CB8AC3E}">
        <p14:creationId xmlns:p14="http://schemas.microsoft.com/office/powerpoint/2010/main" val="3864326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E065-91EF-A1E5-8122-735056E1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961" y="1052051"/>
            <a:ext cx="4424516" cy="402738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ZeAIsoft — Impact &amp; Commitment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4866E6-64E6-DA5E-F384-664980899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96535" y="1761291"/>
            <a:ext cx="7107010" cy="1993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 real product value — features used daily by 40+ active employees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impact — proven full-stack productivity on HRM stack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 business wins — polished features → stronger demos and faster client wins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Multiply team impact — ownership, automation, and mentoring to scale the team</a:t>
            </a:r>
          </a:p>
        </p:txBody>
      </p:sp>
    </p:spTree>
    <p:extLst>
      <p:ext uri="{BB962C8B-B14F-4D97-AF65-F5344CB8AC3E}">
        <p14:creationId xmlns:p14="http://schemas.microsoft.com/office/powerpoint/2010/main" val="181767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13AD-F508-9CCD-7DD5-0DFA3A260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4748" y="1543665"/>
            <a:ext cx="3719357" cy="513353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 &amp; Management Decision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367CF-3F1E-17D9-B00F-FB045D437362}"/>
              </a:ext>
            </a:extLst>
          </p:cNvPr>
          <p:cNvSpPr txBox="1"/>
          <p:nvPr/>
        </p:nvSpPr>
        <p:spPr>
          <a:xfrm>
            <a:off x="3131575" y="2354212"/>
            <a:ext cx="5928850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the opportunity and your time.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I’m committed to supporting the company’s decision. If placed with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ZeAIsoft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 gladly accept and will follow the agreed handover plan to ensure a smooth transition.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8307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179</TotalTime>
  <Words>593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Developed key modules: Leave Management (dynamic leave cards), To-Do Planner, Mail, Employee List Designed Offer Letter generator (bulk Gmail send) and Experience Certificate module, On Campus with student details page. Delivered deployment-ready code, added audio alerts and detailed debug logging; supported live rollout built core attendance &amp; brake systems  — improved UX &amp; stability Implemented persistent login/session handling; fixed browser autofill issues  </vt:lpstr>
      <vt:lpstr>Business Impact &amp; Value Delivered </vt:lpstr>
      <vt:lpstr>Why ZeAIsoft — Impact &amp; Commitment</vt:lpstr>
      <vt:lpstr>Closing &amp; Management Decision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</cp:lastModifiedBy>
  <cp:revision>2</cp:revision>
  <dcterms:created xsi:type="dcterms:W3CDTF">2026-02-26T04:05:48Z</dcterms:created>
  <dcterms:modified xsi:type="dcterms:W3CDTF">2026-02-26T08:34:59Z</dcterms:modified>
</cp:coreProperties>
</file>